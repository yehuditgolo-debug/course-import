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3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‫מעבדות לחירות‬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2894076" y="4434840"/>
            <a:ext cx="6400800" cy="658368"/>
          </a:xfrm>
          <a:prstGeom prst="roundRect">
            <a:avLst>
              <a:gd name="adj" fmla="val 50000"/>
            </a:avLst>
          </a:prstGeom>
          <a:solidFill>
            <a:srgbClr val="FED712"/>
          </a:solidFill>
          <a:ln/>
        </p:spPr>
      </p:sp>
      <p:sp>
        <p:nvSpPr>
          <p:cNvPr id="6" name="Text 3"/>
          <p:cNvSpPr/>
          <p:nvPr/>
        </p:nvSpPr>
        <p:spPr>
          <a:xfrm>
            <a:off x="2894076" y="44348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‫שיעור 8 · סעודת שבת מחדש‬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‫להחזיר לשבת את העונג‬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 פרלא‬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‫מהבעיה לפתרון‬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‫בשיעור על 'מלכודת השבת' ראינו איך הסעודה היפה בשבוע הופכת למשקולת. היום נתקן את זה — בלי לוותר על שום הנאה ועל שום מנהג.‬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8/1-שולחן-שבת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‫הסדר בשבת‬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‫מיד אחרי הקידוש והחלה — אל תזנק על עוד חלה ועוד חלה. עבור קודם לדגים ולסלטים.‬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‫ככה אתה מכניס חלבון וסיבים לפני כל הפחמימה — ובונה את ה'שער'.‬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‫החלה לא הולכת לשום מקום — היא פשוט באה אחרי, וכבר על קיבה מוגנת.‬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‫הצלחת והקצב‬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‫גם בשבת: חצי סלטים, רבע דג או בשר, רבע תוספות. והזמירות ודברי התורה בין המנות — הם בדיוק הקצב שמונע ממך לזלול הכל בבת אחת.‬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8/2-חרדי-מרוצה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‫מנוחה של תענוג‬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‫אחרי הסעודה — במקום ליפול על המיטה מיד, צא להליכה קצרה (גם הדרך לבית הכנסת נחשבת).‬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‫וזכור את הרמב"ם: קום מהשולחן מרוצה, לא חנוק.‬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‫המשימה שלך‬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‫השבת הקרובה — יישם לפחות שני דברים מהשיעור. תרגיש איך נראית שבת בלי הכבדות.‬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‫השיעור האחרון לפנינו‬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8897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‫בשיעור הסיום נדבר על איך הופכים את כל זה להרגל קבוע לכל החיים.‬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894076" y="3977640"/>
            <a:ext cx="6400800" cy="960120"/>
          </a:xfrm>
          <a:prstGeom prst="roundRect">
            <a:avLst>
              <a:gd name="adj" fmla="val 49524"/>
            </a:avLst>
          </a:prstGeom>
          <a:solidFill>
            <a:srgbClr val="FED712"/>
          </a:solidFill>
          <a:ln/>
        </p:spPr>
      </p:sp>
      <p:sp>
        <p:nvSpPr>
          <p:cNvPr id="7" name="Text 5"/>
          <p:cNvSpPr/>
          <p:nvPr/>
        </p:nvSpPr>
        <p:spPr>
          <a:xfrm>
            <a:off x="2894076" y="39776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‫ניפגש בשיעור האחרון!‬</a:t>
            </a:r>
            <a:endParaRPr lang="en-US" sz="2000" dirty="0"/>
          </a:p>
        </p:txBody>
      </p:sp>
      <p:pic>
        <p:nvPicPr>
          <p:cNvPr id="8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5303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מעבדות לחירות — שיעור 8</dc:title>
  <dc:subject>PptxGenJS Presentation</dc:subject>
  <dc:creator>שי פרלא</dc:creator>
  <cp:lastModifiedBy>שי פרלא</cp:lastModifiedBy>
  <cp:revision>1</cp:revision>
  <dcterms:created xsi:type="dcterms:W3CDTF">2026-06-04T11:21:37Z</dcterms:created>
  <dcterms:modified xsi:type="dcterms:W3CDTF">2026-06-04T11:21:37Z</dcterms:modified>
</cp:coreProperties>
</file>