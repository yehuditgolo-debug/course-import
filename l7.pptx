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7 · כוח התנועה‬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‫עשר הדקות ששוברות את הקריסה‬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‫הרגע הקריטי שאחרי‬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‫תזכור את 'מלכודת הישיבה' — מסיים לאכול, מתיישב, והמוח נכבה. היום אתן לך את הנשק הכי פשוט וחזק נגד זה.‬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7/1-הליכה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‫השריר כמו ספוג‬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‫כשאתה זז אחרי הארוחה — אפילו הליכה קלה — השרירים 'שואבים' את הסוכר ישר מהדם.‬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‫במקום שהסוכר יציף את הדם ויגרום לקריסה — הוא הולך לדלק לשרירים.‬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‫זאת הסיבה שדווקא הישיבה מחמירה הכל — והתנועה מצילה.‬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‫הליכה קצרה מנצחת‬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‫הליכה של 10 עד 15 דקות מיד אחרי הארוחה מורידה את קפיצת הסוכר משמעותית — יותר מהליכה ארוכה בשעה אחרת.‬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7/2-ברחוב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‫שלב את זה בקיים‬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‫אל תוסיף 'אימון' ליום — שלב את ההליכה במה שכבר יש: ברגל למניין, סיבוב קצר עם הילד, או כמה דקות בבית.‬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‫הכלל: אחרי שאתה אוכל — אל תתיישב מיד. תזוז קודם 10 דקות.‬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‫המשימה שלך‬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‫אחרי הארוחה הקרובה — צא ל-10 דקות תנועה, ושים לב כמה פחות עייף אתה אחר כך.‬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‫כמעט סיימנו‬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8897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הבא ניקח את כל מה שלמדנו ונרכיב אותו על הסעודה הכי חשובה — סעודת השבת.‬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94076" y="3977640"/>
            <a:ext cx="64008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39776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‫ניפגש בשיעור הבא!‬</a:t>
            </a:r>
            <a:endParaRPr lang="en-US" sz="20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303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7</dc:title>
  <dc:subject>PptxGenJS Presentation</dc:subject>
  <dc:creator>שי פרלא</dc:creator>
  <cp:lastModifiedBy>שי פרלא</cp:lastModifiedBy>
  <cp:revision>1</cp:revision>
  <dcterms:created xsi:type="dcterms:W3CDTF">2026-06-04T11:13:58Z</dcterms:created>
  <dcterms:modified xsi:type="dcterms:W3CDTF">2026-06-04T11:13:58Z</dcterms:modified>
</cp:coreProperties>
</file>