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ED712"/>
          </a:solidFill>
          <a:ln/>
        </p:spPr>
      </p:sp>
      <p:pic>
        <p:nvPicPr>
          <p:cNvPr id="3" name="Image 0" descr="C:/Users/משתמש/Desktop/projects/ונשמרתם/מעבדות לחירות/מצגות/vnishmart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76" y="4572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918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6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‫מעבדות לחירות‬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2894076" y="4434840"/>
            <a:ext cx="6400800" cy="658368"/>
          </a:xfrm>
          <a:prstGeom prst="roundRect">
            <a:avLst>
              <a:gd name="adj" fmla="val 50000"/>
            </a:avLst>
          </a:prstGeom>
          <a:solidFill>
            <a:srgbClr val="FED712"/>
          </a:solidFill>
          <a:ln/>
        </p:spPr>
      </p:sp>
      <p:sp>
        <p:nvSpPr>
          <p:cNvPr id="6" name="Text 3"/>
          <p:cNvSpPr/>
          <p:nvPr/>
        </p:nvSpPr>
        <p:spPr>
          <a:xfrm>
            <a:off x="2894076" y="443484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‫שיעור 4 · סוד הביס הראשון‬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53492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‫איך לעצור את הקריסה לפני שהיא מתחילה‬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5897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‫שי פרלא‬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057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‫לא רק מה — גם מתי‬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9260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‫מהיום אנחנו מתחילים לבנות את הפתרון — ונתחיל בשינוי הכי קטן, הכי פשוט, והכי עוצמתי שיש: סדר האכילה.‬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219456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‫תחשוב על הביס הראשון שלך בארוחה — לרוב לחם, חלה או תפוח אדמה.‬</a:t>
            </a:r>
            <a:endParaRPr lang="en-US" sz="2400" dirty="0"/>
          </a:p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‫השאלה היא לא רק מה אתה אוכל — אלא באיזה סדר.‬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54480"/>
            <a:ext cx="4846320" cy="4663440"/>
          </a:xfrm>
          <a:prstGeom prst="rect">
            <a:avLst/>
          </a:prstGeom>
          <a:solidFill>
            <a:srgbClr val="FED712"/>
          </a:solidFill>
          <a:ln/>
        </p:spPr>
      </p:sp>
      <p:pic>
        <p:nvPicPr>
          <p:cNvPr id="4" name="Image 0" descr="C:/Users/משתמש/Desktop/projects/ונשמרתם/מעבדות לחירות/מצגות/תמונות-שיעור-4/1-חלבון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8463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0" y="1371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‫השער שמאט את ההצפה‬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0" y="2377440"/>
            <a:ext cx="594360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‫כשאתה אוכל פחמימה על בטן ריקה, הסוכר נכנס לדם במהירות שיא.‬</a:t>
            </a:r>
            <a:endParaRPr lang="en-US" sz="2100" dirty="0"/>
          </a:p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‫אבל חלבון, שומן בריא וסיבים לפניה — בונים 'שער' שמאט את הכל.‬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219456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‫הסוכר משתחרר לדם לאט ובהדרגה, במקום בהצפה אחת.‬</a:t>
            </a:r>
            <a:endParaRPr lang="en-US" sz="2400" dirty="0"/>
          </a:p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‫זה ההבדל בין נחל זורם בשלווה לבין שיטפון פתאומי.‬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057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‫אותה צלחת, חצי מהקפיצה‬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9260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‫אותה ארוחה בדיוק — אבל כשמתחילים מהירקות והחלבון — נותנת קפיצת סוכר נמוכה בעשרות אחוזים.‬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219456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‫אותו אוכל, אותן קלוריות — רק סדר אחר. התוצאה: פחות אינסולין, פחות קריסה, ויותר אנרגיה יציבה.‬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54480"/>
            <a:ext cx="4846320" cy="4663440"/>
          </a:xfrm>
          <a:prstGeom prst="rect">
            <a:avLst/>
          </a:prstGeom>
          <a:solidFill>
            <a:srgbClr val="FED712"/>
          </a:solidFill>
          <a:ln/>
        </p:spPr>
      </p:sp>
      <p:pic>
        <p:nvPicPr>
          <p:cNvPr id="4" name="Image 0" descr="C:/Users/משתמש/Desktop/projects/ונשמרתם/מעבדות לחירות/מצגות/תמונות-שיעור-4/2-אוכל-בריא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8463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0" y="1371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‫שלושה שלבים פשוטים‬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0" y="2377440"/>
            <a:ext cx="594360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‫שלב 1 — תתחיל מהירקות (סלט, ירק מבושל).‬</a:t>
            </a:r>
            <a:endParaRPr lang="en-US" sz="2100" dirty="0"/>
          </a:p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‫שלב 2 — עבור לחלבון (דג, בשר, ביצה, קטניות).‬</a:t>
            </a:r>
            <a:endParaRPr lang="en-US" sz="2100" dirty="0"/>
          </a:p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‫שלב 3 — ורק בסוף, תיגש לפחמימה.‬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219456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‫אתה לא מוותר על כלום! אתה פשוט אוכל את אותם הדברים בסדר חכם יותר.‬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057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‫המשימה שלך‬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9260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‫בארוחה הקרובה — התחל מהירקות והחלבון, והשאר את הפחמימה לסוף. שים לב איך אתה מרגיש שעה אחרי.‬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19456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‫זה רק הצעד הראשון‬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645920" y="2651760"/>
            <a:ext cx="8897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100" dirty="0">
                <a:solidFill>
                  <a:srgbClr val="33333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‫בשיעור הבא נבנה יחד את הצלחת המושלמת.‬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894076" y="3977640"/>
            <a:ext cx="6400800" cy="960120"/>
          </a:xfrm>
          <a:prstGeom prst="roundRect">
            <a:avLst>
              <a:gd name="adj" fmla="val 49524"/>
            </a:avLst>
          </a:prstGeom>
          <a:solidFill>
            <a:srgbClr val="FED712"/>
          </a:solidFill>
          <a:ln/>
        </p:spPr>
      </p:sp>
      <p:sp>
        <p:nvSpPr>
          <p:cNvPr id="7" name="Text 5"/>
          <p:cNvSpPr/>
          <p:nvPr/>
        </p:nvSpPr>
        <p:spPr>
          <a:xfrm>
            <a:off x="2894076" y="397764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‫ניפגש בשיעור הבא!‬</a:t>
            </a:r>
            <a:endParaRPr lang="en-US" sz="2000" dirty="0"/>
          </a:p>
        </p:txBody>
      </p:sp>
      <p:pic>
        <p:nvPicPr>
          <p:cNvPr id="8" name="Image 0" descr="C:/Users/משתמש/Desktop/projects/ונשמרתם/מעבדות לחירות/מצגות/vnishmart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264" y="53035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מעבדות לחירות — שיעור 4</dc:title>
  <dc:subject>PptxGenJS Presentation</dc:subject>
  <dc:creator>שי פרלא</dc:creator>
  <cp:lastModifiedBy>שי פרלא</cp:lastModifiedBy>
  <cp:revision>1</cp:revision>
  <dcterms:created xsi:type="dcterms:W3CDTF">2026-06-04T10:49:22Z</dcterms:created>
  <dcterms:modified xsi:type="dcterms:W3CDTF">2026-06-04T10:49:22Z</dcterms:modified>
</cp:coreProperties>
</file>