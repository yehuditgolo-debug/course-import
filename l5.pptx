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FED712"/>
          </a:solidFill>
          <a:ln/>
        </p:spPr>
      </p:sp>
      <p:pic>
        <p:nvPicPr>
          <p:cNvPr id="3" name="Image 0" descr="C:/Users/משתמש/Desktop/projects/ונשמרתם/מעבדות לחירות/מצגות/vnishmart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76" y="457200"/>
            <a:ext cx="27432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29184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6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‫מעבדות לחירות‬</a:t>
            </a:r>
            <a:endParaRPr lang="en-US" sz="4600" dirty="0"/>
          </a:p>
        </p:txBody>
      </p:sp>
      <p:sp>
        <p:nvSpPr>
          <p:cNvPr id="5" name="Shape 2"/>
          <p:cNvSpPr/>
          <p:nvPr/>
        </p:nvSpPr>
        <p:spPr>
          <a:xfrm>
            <a:off x="2894076" y="4434840"/>
            <a:ext cx="6400800" cy="658368"/>
          </a:xfrm>
          <a:prstGeom prst="roundRect">
            <a:avLst>
              <a:gd name="adj" fmla="val 50000"/>
            </a:avLst>
          </a:prstGeom>
          <a:solidFill>
            <a:srgbClr val="FED712"/>
          </a:solidFill>
          <a:ln/>
        </p:spPr>
      </p:sp>
      <p:sp>
        <p:nvSpPr>
          <p:cNvPr id="6" name="Text 3"/>
          <p:cNvSpPr/>
          <p:nvPr/>
        </p:nvSpPr>
        <p:spPr>
          <a:xfrm>
            <a:off x="2894076" y="443484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‫שיעור 5 · הצלחת המאוזנת‬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53492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‫שתבנה לך אנרגיה במקום לגזול אותה‬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58978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‫שי פרלא‬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737360"/>
            <a:ext cx="9509760" cy="3657600"/>
          </a:xfrm>
          <a:prstGeom prst="roundRect">
            <a:avLst>
              <a:gd name="adj" fmla="val 4500"/>
            </a:avLst>
          </a:prstGeom>
          <a:solidFill>
            <a:srgbClr val="FED712">
              <a:alpha val="12000"/>
            </a:srgbClr>
          </a:solidFill>
          <a:ln w="15875">
            <a:solidFill>
              <a:srgbClr val="FED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20574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8A6D00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‫בלי דיאטות, בלי לספור‬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20240" y="292608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‫אני לא מאמין בספירת קלוריות, ואתה לא צריך את זה. כל מה שצריך — לדעת איך נראית צלחת אחת נכונה, ולחזור על זה.‬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554480"/>
            <a:ext cx="4846320" cy="4663440"/>
          </a:xfrm>
          <a:prstGeom prst="rect">
            <a:avLst/>
          </a:prstGeom>
          <a:solidFill>
            <a:srgbClr val="FED712"/>
          </a:solidFill>
          <a:ln/>
        </p:spPr>
      </p:sp>
      <p:pic>
        <p:nvPicPr>
          <p:cNvPr id="4" name="Image 0" descr="C:/Users/משתמש/Desktop/projects/ונשמרתם/מעבדות לחירות/מצגות/תמונות-שיעור-5/1-צלחת-מאוזנת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484632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0" y="13716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‫בול עץ במקום קש‬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715000" y="2377440"/>
            <a:ext cx="5943600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‫פחמימה לבנה לבד היא 'קש' — בוערת מהר וכבה.‬</a:t>
            </a:r>
            <a:endParaRPr lang="en-US" sz="2100" dirty="0"/>
          </a:p>
          <a:p>
            <a:pPr algn="r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‫צרף לה חלבון, שומן וסיבים — והפכת אותה ל'בול עץ' שמחזיק אותך שעות.‬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737360"/>
            <a:ext cx="9509760" cy="3657600"/>
          </a:xfrm>
          <a:prstGeom prst="roundRect">
            <a:avLst>
              <a:gd name="adj" fmla="val 4500"/>
            </a:avLst>
          </a:prstGeom>
          <a:solidFill>
            <a:srgbClr val="FED712">
              <a:alpha val="12000"/>
            </a:srgbClr>
          </a:solidFill>
          <a:ln w="15875">
            <a:solidFill>
              <a:srgbClr val="FED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20240" y="219456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‫החלבון מייצר שובע אמיתי, הסיבים מאטים את הסוכר — וקו האנרגיה נשאר ישר לאורך כל היום.‬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737360"/>
            <a:ext cx="9509760" cy="3657600"/>
          </a:xfrm>
          <a:prstGeom prst="roundRect">
            <a:avLst>
              <a:gd name="adj" fmla="val 4500"/>
            </a:avLst>
          </a:prstGeom>
          <a:solidFill>
            <a:srgbClr val="FED712">
              <a:alpha val="12000"/>
            </a:srgbClr>
          </a:solidFill>
          <a:ln w="15875">
            <a:solidFill>
              <a:srgbClr val="FED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20574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8A6D00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‫חצי · רבע · רבע‬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20240" y="292608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A6D00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‫חצי צלחת ירקות. רבע חלבון איכותי. רבע פחמימה — ועדיף מהסוג המלא.‬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554480"/>
            <a:ext cx="4846320" cy="4663440"/>
          </a:xfrm>
          <a:prstGeom prst="rect">
            <a:avLst/>
          </a:prstGeom>
          <a:solidFill>
            <a:srgbClr val="FED712"/>
          </a:solidFill>
          <a:ln/>
        </p:spPr>
      </p:sp>
      <p:pic>
        <p:nvPicPr>
          <p:cNvPr id="4" name="Image 0" descr="C:/Users/משתמש/Desktop/projects/ונשמרתם/מעבדות לחירות/מצגות/תמונות-שיעור-5/2-פחמימה-חכמה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484632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0" y="13716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‫פחמימה חכמה‬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715000" y="2377440"/>
            <a:ext cx="5943600" cy="3749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‫אורז מלא, קטניות, תפוח אדמה, כוסמת — פחמימות שמשתחררות לאט.‬</a:t>
            </a:r>
            <a:endParaRPr lang="en-US" sz="2100" dirty="0"/>
          </a:p>
          <a:p>
            <a:pPr algn="r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‫זו הבחירה שמדליקה אנרגיה במקום לכבות אותה.‬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737360"/>
            <a:ext cx="9509760" cy="3657600"/>
          </a:xfrm>
          <a:prstGeom prst="roundRect">
            <a:avLst>
              <a:gd name="adj" fmla="val 4500"/>
            </a:avLst>
          </a:prstGeom>
          <a:solidFill>
            <a:srgbClr val="FED712">
              <a:alpha val="12000"/>
            </a:srgbClr>
          </a:solidFill>
          <a:ln w="15875">
            <a:solidFill>
              <a:srgbClr val="FED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20240" y="219456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3232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‫אתה לא צריך מהפכה — רק שדרוגים קטנים. אם יש אורז לבן, תוסיף לידו ערימת ירקות וחתיכת חלבון.‬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737360"/>
            <a:ext cx="9509760" cy="3657600"/>
          </a:xfrm>
          <a:prstGeom prst="roundRect">
            <a:avLst>
              <a:gd name="adj" fmla="val 4500"/>
            </a:avLst>
          </a:prstGeom>
          <a:solidFill>
            <a:srgbClr val="FED712">
              <a:alpha val="12000"/>
            </a:srgbClr>
          </a:solidFill>
          <a:ln w="15875">
            <a:solidFill>
              <a:srgbClr val="FED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20574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8A6D00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‫המשימה שלך‬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20240" y="292608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A6D00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‫בארוחה הקרובה — תבנה צלחת אחת לפי הנוסחה: חצי ירקות, רבע חלבון, רבע פחמימה מלאה. רק אחת.‬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19456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FED71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8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‫צעד ועוד צעד‬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645920" y="2651760"/>
            <a:ext cx="8897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100" dirty="0">
                <a:solidFill>
                  <a:srgbClr val="333333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‫בשיעור הבא נדבר על משהו שאף אחד לא שם לב אליו — לא מה אתה אוכל, אלא איך.‬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894076" y="3977640"/>
            <a:ext cx="6400800" cy="960120"/>
          </a:xfrm>
          <a:prstGeom prst="roundRect">
            <a:avLst>
              <a:gd name="adj" fmla="val 49524"/>
            </a:avLst>
          </a:prstGeom>
          <a:solidFill>
            <a:srgbClr val="FED712"/>
          </a:solidFill>
          <a:ln/>
        </p:spPr>
      </p:sp>
      <p:sp>
        <p:nvSpPr>
          <p:cNvPr id="7" name="Text 5"/>
          <p:cNvSpPr/>
          <p:nvPr/>
        </p:nvSpPr>
        <p:spPr>
          <a:xfrm>
            <a:off x="2894076" y="397764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343434"/>
                </a:solidFill>
                <a:latin typeface="Helvetica Hebrew" pitchFamily="34" charset="0"/>
                <a:ea typeface="Helvetica Hebrew" pitchFamily="34" charset="-122"/>
                <a:cs typeface="Helvetica Hebrew" pitchFamily="34" charset="-120"/>
              </a:rPr>
              <a:t>‫ניפגש בשיעור הבא!‬</a:t>
            </a:r>
            <a:endParaRPr lang="en-US" sz="2000" dirty="0"/>
          </a:p>
        </p:txBody>
      </p:sp>
      <p:pic>
        <p:nvPicPr>
          <p:cNvPr id="8" name="Image 0" descr="C:/Users/משתמש/Desktop/projects/ונשמרתם/מעבדות לחירות/מצגות/vnishmart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1264" y="53035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מעבדות לחירות — שיעור 5</dc:title>
  <dc:subject>PptxGenJS Presentation</dc:subject>
  <dc:creator>שי פרלא</dc:creator>
  <cp:lastModifiedBy>שי פרלא</cp:lastModifiedBy>
  <cp:revision>1</cp:revision>
  <dcterms:created xsi:type="dcterms:W3CDTF">2026-06-04T11:00:54Z</dcterms:created>
  <dcterms:modified xsi:type="dcterms:W3CDTF">2026-06-04T11:00:54Z</dcterms:modified>
</cp:coreProperties>
</file>