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3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4572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‫מעבדות לחירות‬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2894076" y="4434840"/>
            <a:ext cx="6400800" cy="658368"/>
          </a:xfrm>
          <a:prstGeom prst="roundRect">
            <a:avLst>
              <a:gd name="adj" fmla="val 50000"/>
            </a:avLst>
          </a:prstGeom>
          <a:solidFill>
            <a:srgbClr val="FED712"/>
          </a:solidFill>
          <a:ln/>
        </p:spPr>
      </p:sp>
      <p:sp>
        <p:nvSpPr>
          <p:cNvPr id="6" name="Text 3"/>
          <p:cNvSpPr/>
          <p:nvPr/>
        </p:nvSpPr>
        <p:spPr>
          <a:xfrm>
            <a:off x="2894076" y="44348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‫שיעור 6 · יישוב הדעת בסעודה‬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349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‫הקצב שמשנה הכל‬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897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 פרלא‬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‫לא רק מה — גם איך‬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‫עד עכשיו דיברנו מה לאכול ובאיזה סדר. היום נדבר על הכי חשוב והכי מוזנח: הקצב.‬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6/1-אכילה-רגועה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‫אנחנו בולעים‬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‫רובנו מסיימים צלחת שלמה בחמש דקות — עומדים ליד השיש, או אוכלים תוך כדי שיחה.‬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‫והגוף פשוט לא מספיק להבין מה קרה לו.‬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‫20 הדקות של המוח‬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‫לוקח למוח כ-20 דקות לקבל את האות 'אני שבע'. אכילה מהירה = אכלת כפול לפני שהמוח הספיק להגיד 'מספיק'.‬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‫אכילה לאט נותנת לאות השובע להגיע בזמן — ואתה מגלה שאתה שבע ומרוצה מהרבה פחות אוכל.‬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6/2-מזלג-מונח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‫עד שלושה רבעים‬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‫הרמב"ם כתב: שלא יאכל אדם עד שתתמלא כרסו — אלא יפסיק בערך בשלושה רבעים מהשובע.‬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‫זה 'יישוב הדעת': לקום מהשולחן קליל, רגוע וצלול.‬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‫ארבעה כללים פשוטים‬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‫שב לאכול. הנח את המזלג בין ביס לביס. לעס לאט. עצור כשאתה 'מרוצה' — עוד לפני שאתה 'מלא'.‬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‫זה ירגיש מוזר בהתחלה — ואחרי כמה ימים זה יהפוך לטבע שני.‬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‫אתה בשליטה‬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645920" y="2651760"/>
            <a:ext cx="8897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‫בשיעור הבא נוסיף את הנשק הסודי שמכבה את הקריסה לגמרי — תנועה.‬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894076" y="3977640"/>
            <a:ext cx="6400800" cy="960120"/>
          </a:xfrm>
          <a:prstGeom prst="roundRect">
            <a:avLst>
              <a:gd name="adj" fmla="val 49524"/>
            </a:avLst>
          </a:prstGeom>
          <a:solidFill>
            <a:srgbClr val="FED712"/>
          </a:solidFill>
          <a:ln/>
        </p:spPr>
      </p:sp>
      <p:sp>
        <p:nvSpPr>
          <p:cNvPr id="7" name="Text 5"/>
          <p:cNvSpPr/>
          <p:nvPr/>
        </p:nvSpPr>
        <p:spPr>
          <a:xfrm>
            <a:off x="2894076" y="39776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‫ניפגש בשיעור הבא!‬</a:t>
            </a:r>
            <a:endParaRPr lang="en-US" sz="2000" dirty="0"/>
          </a:p>
        </p:txBody>
      </p:sp>
      <p:pic>
        <p:nvPicPr>
          <p:cNvPr id="8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5303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מעבדות לחירות — שיעור 6</dc:title>
  <dc:subject>PptxGenJS Presentation</dc:subject>
  <dc:creator>שי פרלא</dc:creator>
  <cp:lastModifiedBy>שי פרלא</cp:lastModifiedBy>
  <cp:revision>1</cp:revision>
  <dcterms:created xsi:type="dcterms:W3CDTF">2026-06-04T11:08:01Z</dcterms:created>
  <dcterms:modified xsi:type="dcterms:W3CDTF">2026-06-04T11:08:01Z</dcterms:modified>
</cp:coreProperties>
</file>