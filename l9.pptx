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ED712"/>
          </a:solidFill>
          <a:ln/>
        </p:spPr>
      </p:sp>
      <p:pic>
        <p:nvPicPr>
          <p:cNvPr id="3" name="Image 0" descr="C:/Users/משתמש/Desktop/projects/ונשמרתם/מעבדות לחירות/מצגות/vnishmart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76" y="45720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918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6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‫מעבדות לחירות‬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2894076" y="4434840"/>
            <a:ext cx="6400800" cy="658368"/>
          </a:xfrm>
          <a:prstGeom prst="roundRect">
            <a:avLst>
              <a:gd name="adj" fmla="val 50000"/>
            </a:avLst>
          </a:prstGeom>
          <a:solidFill>
            <a:srgbClr val="FED712"/>
          </a:solidFill>
          <a:ln/>
        </p:spPr>
      </p:sp>
      <p:sp>
        <p:nvSpPr>
          <p:cNvPr id="6" name="Text 3"/>
          <p:cNvSpPr/>
          <p:nvPr/>
        </p:nvSpPr>
        <p:spPr>
          <a:xfrm>
            <a:off x="2894076" y="443484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‫שיעור 9 · השגרה החדשה‬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53492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‫מהשליטה הזמנית להרגל של חיים‬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58978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‫שי פרלא‬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2057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‫עברת דרך שלמה‬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92608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‫אם הגעת לכאן — מגיע לך כל הכבוד. הבנת את הבעיה, הכרת את המנגנונים, וקיבלת כלים פשוטים שעובדים.‬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554480"/>
            <a:ext cx="4846320" cy="4663440"/>
          </a:xfrm>
          <a:prstGeom prst="rect">
            <a:avLst/>
          </a:prstGeom>
          <a:solidFill>
            <a:srgbClr val="FED712"/>
          </a:solidFill>
          <a:ln/>
        </p:spPr>
      </p:sp>
      <p:pic>
        <p:nvPicPr>
          <p:cNvPr id="4" name="Image 0" descr="C:/Users/משתמש/Desktop/projects/ונשמרתם/מעבדות לחירות/מצגות/תמונות-שיעור-9/1-תוסס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48463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0" y="1371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‫עקביות מנצחת שלמות‬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715000" y="2377440"/>
            <a:ext cx="594360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‫אל תנסה להיות מושלם — ואז ליפול בפעם הראשונה שלא הצלחת.‬</a:t>
            </a:r>
            <a:endParaRPr lang="en-US" sz="2100" dirty="0"/>
          </a:p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‫אם תיישם את הכלים 80 אחוז מהזמן, כבר שינית את החיים שלך. נפילה היא לא כישלון — היא חלק מהדרך.‬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219456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‫תראה כמה למדת: זיהית את קריסת הסוכר, את מלכודת הישיבה, ואת טעויות הסעודה — ואז בנית מחדש.‬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2057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‫המסע שעברת‬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92608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‫סדר אכילה נכון, צלחת מאוזנת, קצב רגוע, ותנועה קצרה. כל כלי לבד עושה הבדל — וכולם יחד משנים לך את כל איכות החיים.‬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554480"/>
            <a:ext cx="4846320" cy="4663440"/>
          </a:xfrm>
          <a:prstGeom prst="rect">
            <a:avLst/>
          </a:prstGeom>
          <a:solidFill>
            <a:srgbClr val="FED712"/>
          </a:solidFill>
          <a:ln/>
        </p:spPr>
      </p:sp>
      <p:pic>
        <p:nvPicPr>
          <p:cNvPr id="4" name="Image 0" descr="C:/Users/משתמש/Desktop/projects/ונשמרתם/מעבדות לחירות/מצגות/תמונות-שיעור-9/2-לומד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48463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0" y="1371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‫בריאות כדרך‬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715000" y="2377440"/>
            <a:ext cx="594360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‫הרמב"ם כתב שהיות הגוף בריא ושלם הוא מדרכי השם.‬</a:t>
            </a:r>
            <a:endParaRPr lang="en-US" sz="2100" dirty="0"/>
          </a:p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‫כשאתה מנהל את האנרגיה נכון — אתה צלול בלימוד, סבלני עם המשפחה, ונוכח יותר בחיים.‬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219456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‫אל תעשה הכל בבת אחת — בחר כלי אחד והתחל ממנו השבוע. ואם יש שאלה, קבוצת הווטסאפ פתוחה בשבילך, אני שם.‬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19456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‫שיהיה בהצלחה — ותהיה בריא!‬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100" dirty="0">
                <a:solidFill>
                  <a:srgbClr val="33333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‫שהאוכל יחזור להיות מה שהוא אמור להיות: דלק לחיים מלאי אנרגיה, בריאות וחיוּת.‬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436876" y="4114800"/>
            <a:ext cx="7315200" cy="960120"/>
          </a:xfrm>
          <a:prstGeom prst="roundRect">
            <a:avLst>
              <a:gd name="adj" fmla="val 49524"/>
            </a:avLst>
          </a:prstGeom>
          <a:solidFill>
            <a:srgbClr val="FED712"/>
          </a:solidFill>
          <a:ln/>
        </p:spPr>
      </p:sp>
      <p:sp>
        <p:nvSpPr>
          <p:cNvPr id="7" name="Text 5"/>
          <p:cNvSpPr/>
          <p:nvPr/>
        </p:nvSpPr>
        <p:spPr>
          <a:xfrm>
            <a:off x="2436876" y="41148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‫כאן מסתיים המסע — ושלך רק מתחיל‬</a:t>
            </a:r>
            <a:endParaRPr lang="en-US" sz="1900" dirty="0"/>
          </a:p>
        </p:txBody>
      </p:sp>
      <p:pic>
        <p:nvPicPr>
          <p:cNvPr id="8" name="Image 0" descr="C:/Users/משתמש/Desktop/projects/ונשמרתם/מעבדות לחירות/מצגות/vnishmart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1264" y="54406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מעבדות לחירות — שיעור 9</dc:title>
  <dc:subject>PptxGenJS Presentation</dc:subject>
  <dc:creator>שי פרלא</dc:creator>
  <cp:lastModifiedBy>שי פרלא</cp:lastModifiedBy>
  <cp:revision>1</cp:revision>
  <dcterms:created xsi:type="dcterms:W3CDTF">2026-06-04T11:32:09Z</dcterms:created>
  <dcterms:modified xsi:type="dcterms:W3CDTF">2026-06-04T11:32:09Z</dcterms:modified>
</cp:coreProperties>
</file>